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96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73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B6BBF-F74B-F8EC-C6A0-48FDCF9D56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503599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sz="2600" b="1" dirty="0">
                <a:solidFill>
                  <a:srgbClr val="1F3D5C"/>
                </a:solidFill>
                <a:latin typeface="Calibri"/>
              </a:rPr>
              <a:t>Feature 1: W</a:t>
            </a:r>
            <a:r>
              <a:rPr sz="2600" b="1" dirty="0">
                <a:solidFill>
                  <a:srgbClr val="1F3D5C"/>
                </a:solidFill>
                <a:latin typeface="Calibri"/>
              </a:rPr>
              <a:t>all </a:t>
            </a:r>
            <a:r>
              <a:rPr lang="en-US" sz="2600" b="1" dirty="0">
                <a:solidFill>
                  <a:srgbClr val="1F3D5C"/>
                </a:solidFill>
                <a:latin typeface="Calibri"/>
              </a:rPr>
              <a:t>D</a:t>
            </a:r>
            <a:r>
              <a:rPr sz="2600" b="1" dirty="0">
                <a:solidFill>
                  <a:srgbClr val="1F3D5C"/>
                </a:solidFill>
                <a:latin typeface="Calibri"/>
              </a:rPr>
              <a:t>irection</a:t>
            </a:r>
            <a:r>
              <a:rPr lang="en-US" sz="2600" b="1" dirty="0">
                <a:solidFill>
                  <a:srgbClr val="1F3D5C"/>
                </a:solidFill>
                <a:latin typeface="Calibri"/>
              </a:rPr>
              <a:t> Gradients</a:t>
            </a:r>
            <a:endParaRPr sz="2600" b="1" dirty="0">
              <a:solidFill>
                <a:srgbClr val="1F3D5C"/>
              </a:solidFill>
              <a:latin typeface="Calibri"/>
            </a:endParaRPr>
          </a:p>
        </p:txBody>
      </p:sp>
      <p:pic>
        <p:nvPicPr>
          <p:cNvPr id="5" name="Picture 4" descr="nb_cell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607" y="914400"/>
            <a:ext cx="785030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587231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sz="2600" b="1" dirty="0">
                <a:solidFill>
                  <a:srgbClr val="1F3D5C"/>
                </a:solidFill>
                <a:latin typeface="Calibri"/>
              </a:rPr>
              <a:t>Feature 2: Empty </a:t>
            </a:r>
            <a:r>
              <a:rPr sz="2600" b="1" dirty="0">
                <a:solidFill>
                  <a:srgbClr val="1F3D5C"/>
                </a:solidFill>
                <a:latin typeface="Calibri"/>
              </a:rPr>
              <a:t>rooms vs </a:t>
            </a:r>
            <a:r>
              <a:rPr lang="en-US" sz="2600" b="1" dirty="0">
                <a:solidFill>
                  <a:srgbClr val="1F3D5C"/>
                </a:solidFill>
                <a:latin typeface="Calibri"/>
              </a:rPr>
              <a:t>B</a:t>
            </a:r>
            <a:r>
              <a:rPr sz="2600" b="1" dirty="0">
                <a:solidFill>
                  <a:srgbClr val="1F3D5C"/>
                </a:solidFill>
                <a:latin typeface="Calibri"/>
              </a:rPr>
              <a:t>usy </a:t>
            </a:r>
            <a:r>
              <a:rPr lang="en-US" sz="2600" b="1" dirty="0">
                <a:solidFill>
                  <a:srgbClr val="1F3D5C"/>
                </a:solidFill>
                <a:latin typeface="Calibri"/>
              </a:rPr>
              <a:t>T</a:t>
            </a:r>
            <a:r>
              <a:rPr sz="2600" b="1" dirty="0">
                <a:solidFill>
                  <a:srgbClr val="1F3D5C"/>
                </a:solidFill>
                <a:latin typeface="Calibri"/>
              </a:rPr>
              <a:t>exture</a:t>
            </a:r>
            <a:r>
              <a:rPr lang="en-US" sz="2600" b="1" dirty="0">
                <a:solidFill>
                  <a:srgbClr val="1F3D5C"/>
                </a:solidFill>
                <a:latin typeface="Calibri"/>
              </a:rPr>
              <a:t>s</a:t>
            </a:r>
            <a:endParaRPr sz="2600" b="1" dirty="0">
              <a:solidFill>
                <a:srgbClr val="1F3D5C"/>
              </a:solidFill>
              <a:latin typeface="Calibri"/>
            </a:endParaRPr>
          </a:p>
        </p:txBody>
      </p:sp>
      <p:pic>
        <p:nvPicPr>
          <p:cNvPr id="5" name="Picture 4" descr="nb_cell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37" y="914400"/>
            <a:ext cx="827524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552939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sz="2600" b="1" dirty="0">
                <a:solidFill>
                  <a:srgbClr val="1F3D5C"/>
                </a:solidFill>
                <a:latin typeface="Calibri"/>
              </a:rPr>
              <a:t>Feature 3: </a:t>
            </a:r>
            <a:r>
              <a:rPr sz="2600" b="1" dirty="0">
                <a:solidFill>
                  <a:srgbClr val="1F3D5C"/>
                </a:solidFill>
                <a:latin typeface="Calibri"/>
              </a:rPr>
              <a:t>Hough lines + Harris corners</a:t>
            </a:r>
          </a:p>
        </p:txBody>
      </p:sp>
      <p:pic>
        <p:nvPicPr>
          <p:cNvPr id="5" name="Picture 4" descr="nb_cell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28" y="914400"/>
            <a:ext cx="10798462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355080"/>
            <a:ext cx="11338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1A1A1A"/>
                </a:solidFill>
                <a:latin typeface="Calibri"/>
              </a:rPr>
              <a:t>*good as not a primary feature</a:t>
            </a:r>
            <a:endParaRPr sz="1600" b="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</Words>
  <Application>Microsoft Macintosh PowerPoint</Application>
  <PresentationFormat>Widescreen</PresentationFormat>
  <Paragraphs>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 Sridhar (sidsridh)</cp:lastModifiedBy>
  <cp:revision>2</cp:revision>
  <dcterms:created xsi:type="dcterms:W3CDTF">2013-01-27T09:14:16Z</dcterms:created>
  <dcterms:modified xsi:type="dcterms:W3CDTF">2026-10-27T08:06:37Z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